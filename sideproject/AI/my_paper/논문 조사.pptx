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2D140-4E65-4141-8AE5-CC694DFDB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88EC02-0921-40FD-86D3-8D7CEA92B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64DF7-A15B-4B5E-9F4D-7F438CBCC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788CB-F420-48F5-A829-C535B7D2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C67418-5454-4D01-8E71-17EEF39B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80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84CCD-60BA-4ACD-A18C-E35E1E11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FD6578-A48B-40D3-A646-D201ECE6C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35015-42B0-4FFB-8B5D-906C0509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6DEB50-F8B4-4120-AA9D-D5A2B492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CC9CF-3E5F-4B03-A297-6C10D67C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57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93B25-D648-45B3-BF39-8D9E7514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8DFC54-6D7A-4FB4-BD5F-FF0C16787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887C9-918D-4DAE-94D1-733B0690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6A8C0-EEBC-4EAF-99CB-282FC7B0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04D9A-908C-48E7-92FE-236A0510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1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FF134-B103-491B-92DC-31710B11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C9202-69F9-4E80-A312-1919A3AEA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12F469-0844-4367-A77C-2E057F210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5B2B7B-E68C-45CB-B6D6-C22D1D3A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8F705F-5956-4726-B62D-1EA6E56F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3EC37C-F7B5-40D5-8C90-70382C55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30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3F68-B3F1-4C47-A375-9F76CFA2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60CDED-B224-4938-A957-AFAAFD36B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077D97-8746-48D0-BCD6-D34F3A687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0586B4-C01A-476F-A841-C6BCEFC19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2EE1D8-8E80-4FC9-816F-249B934D4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5A05CB-2DF0-4137-B8FF-30AC778B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F4AD73-A004-4458-A291-E13359B4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36C99-8EA4-46C9-936A-76C62EB3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80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E531E-E846-4C06-9D39-FED21520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CF6059-A5B1-4DD4-BC75-C1F8825C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AB2A2F-E130-4359-B73B-84E7232C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29136C-7A9E-4241-9CFB-0A797B1C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48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A30D03-168E-472F-8921-85BD3A16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7C20BC-9206-4406-AD83-F63ABE16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4F1F4-BD14-4BC9-9EFA-A79EADB3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45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67BB3-CEB8-4E33-AD43-0FB633E4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FCFF06-F705-4051-BD89-28EE576C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5BA776-C2BE-4279-9EAB-F9EA43BEE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D552B6-25AD-4C66-B88A-C589BE61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C12168-B7B1-4782-91E1-B8A21C29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1DD6FE-966E-40ED-881F-67A8119F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0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03728-0578-4E73-892A-ECFA8359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124DD8-2ECE-4C34-8D21-5F616936B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3A9973-4194-43A8-B5DA-F4A2EF880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DB43DD-ABC7-4558-915B-0A764A5D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9BAC1-E555-4DE5-84DD-35D2A2DF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35858C-F219-438A-81D8-8EA34299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46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023AC-CA0D-4F1C-9C4E-90526EF9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17D03C-693D-4382-B40E-5E76ECF17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9475A-C19A-47E5-AB92-B37CD423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ACAE1-D1A7-43CB-9C6F-7258FDCB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E8428-5328-420B-92D1-6B5136BE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51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0BC003-6F45-4F6B-BABB-A336F52B4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94FC9-DB6E-43F3-997A-84CBF09A0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22622-14B2-4A05-B3ED-9F7F4FB5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F8A8E-3D28-4B6C-91E4-8394EC56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D7FBD-444E-4544-B8D1-45A3EDD0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03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99868B-BBAA-4E80-BB53-DBEA85AE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6A621B-3133-49B1-ADB2-AC83F875E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DF645-5DD3-49C8-9119-1B0E5AC34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B577-7B39-481F-9C24-3822BA7C938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0FAB3-9C71-4258-BCB4-AF40C9D05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555C1-E294-4671-8F9A-9990E9ED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26A47-1C99-4021-AEDA-3E313E67C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88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4.02419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211.10658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203.1305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96647-FF80-452C-80F4-E22D463FE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조사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D9F0B4-22C9-4A95-AA84-D8D2A451D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임승우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785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D540D-6559-4242-87FE-FCAD3BB8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BDA8EE-853A-4C15-8154-832E50AA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Art</a:t>
            </a:r>
            <a:r>
              <a:rPr lang="ko-KR" altLang="en-US" dirty="0"/>
              <a:t>쪽으로 빠지면 안됨</a:t>
            </a:r>
            <a:r>
              <a:rPr lang="en-US" altLang="ko-KR" dirty="0"/>
              <a:t>. Tech</a:t>
            </a:r>
            <a:r>
              <a:rPr lang="ko-KR" altLang="en-US" dirty="0"/>
              <a:t>위주로</a:t>
            </a:r>
            <a:endParaRPr lang="en-US" altLang="ko-KR" dirty="0"/>
          </a:p>
          <a:p>
            <a:r>
              <a:rPr lang="en-US" altLang="ko-KR" dirty="0"/>
              <a:t>Benchmark</a:t>
            </a:r>
            <a:r>
              <a:rPr lang="ko-KR" altLang="en-US" dirty="0"/>
              <a:t>와 </a:t>
            </a:r>
            <a:r>
              <a:rPr lang="en-US" altLang="ko-KR" dirty="0"/>
              <a:t>Dataset</a:t>
            </a:r>
            <a:r>
              <a:rPr lang="ko-KR" altLang="en-US" dirty="0"/>
              <a:t>을 뭘 썼는지</a:t>
            </a:r>
            <a:r>
              <a:rPr lang="en-US" altLang="ko-KR" dirty="0"/>
              <a:t>, Dancing robot(</a:t>
            </a:r>
            <a:r>
              <a:rPr lang="ko-KR" altLang="en-US" dirty="0"/>
              <a:t>가제</a:t>
            </a:r>
            <a:r>
              <a:rPr lang="en-US" altLang="ko-KR" dirty="0"/>
              <a:t>)</a:t>
            </a:r>
            <a:r>
              <a:rPr lang="ko-KR" altLang="en-US" dirty="0"/>
              <a:t> 활용할 수 있는 </a:t>
            </a:r>
            <a:r>
              <a:rPr lang="ko-KR" altLang="en-US"/>
              <a:t>것인지 생각하기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01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ECE69-2400-41B2-8DC3-F3CE3CE50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1. TM2D : Bimodality Driven 3D Dance Generation via Music-Text Integration</a:t>
            </a:r>
            <a:endParaRPr lang="ko-KR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036FC1-B29A-4ACC-A3AA-7DF91687D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opperplate Gothic Light" panose="020E0507020206020404" pitchFamily="34" charset="0"/>
                <a:cs typeface="Times New Roman" panose="02020603050405020304" pitchFamily="18" charset="0"/>
              </a:rPr>
              <a:t>ICCV 2023</a:t>
            </a:r>
          </a:p>
          <a:p>
            <a:r>
              <a:rPr lang="en-US" altLang="ko-KR" dirty="0">
                <a:latin typeface="Copperplate Gothic Light" panose="020E0507020206020404" pitchFamily="34" charset="0"/>
                <a:cs typeface="Times New Roman" panose="02020603050405020304" pitchFamily="18" charset="0"/>
              </a:rPr>
              <a:t>NUS, Huawei</a:t>
            </a:r>
            <a:endParaRPr lang="ko-KR" altLang="en-US" dirty="0">
              <a:latin typeface="Copperplate Gothic Light" panose="020E05070202060204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4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53E34-B26C-4E87-BBDE-B0920FB61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2. EDGE: Editable Dance Generation with Diffusion Models</a:t>
            </a:r>
            <a:endParaRPr lang="ko-KR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FE4649-ED38-4EF9-9832-215031AD5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opperplate Gothic Light" panose="020E0507020206020404" pitchFamily="34" charset="0"/>
              </a:rPr>
              <a:t>CVPR 2023</a:t>
            </a:r>
          </a:p>
          <a:p>
            <a:r>
              <a:rPr lang="en-US" altLang="ko-KR" dirty="0">
                <a:latin typeface="Copperplate Gothic Light" panose="020E0507020206020404" pitchFamily="34" charset="0"/>
                <a:cs typeface="Times New Roman" panose="02020603050405020304" pitchFamily="18" charset="0"/>
              </a:rPr>
              <a:t>Stanford</a:t>
            </a:r>
            <a:endParaRPr lang="ko-KR" altLang="en-US" dirty="0">
              <a:latin typeface="Copperplate Gothic Light" panose="020E05070202060204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5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94721-9EC0-4E07-B07E-C56606E99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3. </a:t>
            </a:r>
            <a:r>
              <a:rPr lang="en-US" altLang="ko-KR" sz="4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Bailando</a:t>
            </a: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 3D Dance Generation by Decomposing Spatial-Temporal Control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A243F0-EFAE-4B22-B4A7-95A79B7EE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opperplate Gothic Light" panose="020E0507020206020404" pitchFamily="34" charset="0"/>
              </a:rPr>
              <a:t>CVPR 2022</a:t>
            </a:r>
          </a:p>
          <a:p>
            <a:r>
              <a:rPr lang="en-US" altLang="ko-KR" dirty="0">
                <a:latin typeface="Copperplate Gothic Light" panose="020E0507020206020404" pitchFamily="34" charset="0"/>
              </a:rPr>
              <a:t>Sun </a:t>
            </a:r>
            <a:r>
              <a:rPr lang="en-US" altLang="ko-KR" dirty="0" err="1">
                <a:latin typeface="Copperplate Gothic Light" panose="020E0507020206020404" pitchFamily="34" charset="0"/>
              </a:rPr>
              <a:t>Yat-sen</a:t>
            </a:r>
            <a:r>
              <a:rPr lang="en-US" altLang="ko-KR" dirty="0">
                <a:latin typeface="Copperplate Gothic Light" panose="020E0507020206020404" pitchFamily="34" charset="0"/>
              </a:rPr>
              <a:t> univ, UCLA</a:t>
            </a:r>
            <a:endParaRPr lang="ko-KR" altLang="en-US" dirty="0">
              <a:latin typeface="Copperplate Gothic Light" panose="020E0507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14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76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Copperplate Gothic Light</vt:lpstr>
      <vt:lpstr>Times New Roman</vt:lpstr>
      <vt:lpstr>Office 테마</vt:lpstr>
      <vt:lpstr>논문 조사</vt:lpstr>
      <vt:lpstr>가정</vt:lpstr>
      <vt:lpstr>1. TM2D : Bimodality Driven 3D Dance Generation via Music-Text Integration</vt:lpstr>
      <vt:lpstr>2. EDGE: Editable Dance Generation with Diffusion Models</vt:lpstr>
      <vt:lpstr>3. Bailando: 3D Dance Generation by Decomposing Spatial-Temporal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논문 조사</dc:title>
  <dc:creator>SeungWoo</dc:creator>
  <cp:lastModifiedBy>SeungWoo</cp:lastModifiedBy>
  <cp:revision>7</cp:revision>
  <dcterms:created xsi:type="dcterms:W3CDTF">2025-11-27T05:53:49Z</dcterms:created>
  <dcterms:modified xsi:type="dcterms:W3CDTF">2025-11-27T06:19:52Z</dcterms:modified>
</cp:coreProperties>
</file>